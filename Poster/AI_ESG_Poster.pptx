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high_resolution_academic_poster_infographic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